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SUMMARY BRIEF: CLEAR TRIAL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Brand Target: LENVIMA (Lenvatinib)</a:t>
            </a:r>
          </a:p>
          <a:p>
            <a:r>
              <a:t>Medication: LENVIMA</a:t>
            </a:r>
          </a:p>
          <a:p>
            <a:r>
              <a:t>Trial Registration: CLEAR Phase III (NCT02811861)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EFFICACY DATA ENDPOINTS (CLEAR Trial)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pivotal CLEAR Phase III trial, LENVIMA combination demonstrated a superior efficacy standard:</a:t>
            </a:r>
          </a:p>
          <a:p>
            <a:pPr lvl="1"/>
            <a:r>
              <a:t>• Key Efficacy Claim: Demonstrated an Objective Response Rate (ORR) of 71% in combination group, compared to 36% with sunitinib alone.</a:t>
            </a:r>
          </a:p>
          <a:p>
            <a:pPr lvl="1"/>
            <a:r>
              <a:t>• Progression-Free Survival (PFS): Median PFS was 23.9 months versus 9.2 months for sunitinib (highly significant).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TOLERABILITY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Safety parameters remain consistent with established clinical guidelines:</a:t>
            </a:r>
          </a:p>
          <a:p>
            <a:pPr lvl="1"/>
            <a:r>
              <a:t>• Key Safety Parameter: Grade 3/4 Adverse Events occurred in 30% of patients in the active cohort.</a:t>
            </a:r>
          </a:p>
          <a:p>
            <a:pPr lvl="1"/>
            <a:r>
              <a:t>• Adverse Events: Primary presentations included manageable hypertension and fatigue.</a:t>
            </a:r>
          </a:p>
          <a:p>
            <a:pPr lvl="1"/>
            <a:r>
              <a:t>• Regulatory Vault Ref: Ref #V-2026-LV581-RCC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